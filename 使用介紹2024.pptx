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2A9E1-EB42-1A02-8854-EDD81509D2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738E920-E1D5-1D24-AAA5-AE30C8EC3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17BC4B6-BDFE-73B1-F191-4B5C342E0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69CC-044C-4DD0-8F27-76AFD33054F6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5AE6B1-44E8-3BBA-C834-C36C72F58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C618F9-0215-7294-1010-98292E06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47D8C-0890-4630-9796-0044284844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9541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D5D243-F117-0289-C198-DA9FC89E1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91F9CB-88D6-CDB5-DB60-A2B1C4A81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1FD513-CB09-1F30-7517-8A8465F77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69CC-044C-4DD0-8F27-76AFD33054F6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03B1960-BFD9-F5F8-93E0-B1C915A1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A6E1CF-1DEB-F9B2-08DC-034E81BB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47D8C-0890-4630-9796-0044284844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7319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A31F79-693F-7E22-CAAC-172D3E4E6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EA07781-E3BA-E43B-154B-488339001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9811CA-160A-2A15-D34C-23FAC064A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69CC-044C-4DD0-8F27-76AFD33054F6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DBFFC2-EB3C-AFD3-C37D-580479300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6E9B08-CD2B-C4BD-E764-59866A93D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47D8C-0890-4630-9796-0044284844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3223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D1ABF5-3CAF-9D0C-E89E-E366F1757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D7A507-EF79-0C7F-4B83-527FD3B9C7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DD29AF1-CAFC-A73A-4987-536AC7963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CF8AD7D-F779-280E-F01A-B520716DF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69CC-044C-4DD0-8F27-76AFD33054F6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6B31289-4929-EAD2-00BD-0BD857EA0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B0DE536-5D8D-6B14-B77E-9C6E9145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47D8C-0890-4630-9796-0044284844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1443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65D19E-D523-D23B-9162-1CFD46213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84565F6-9F9B-E852-DAC3-9A257CF9F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8D706AE-A9CB-592C-D3E3-6BE0A56F1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161BFA7-BEAA-E0DA-5793-B2A81FFB79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5243C19-15B5-F9DF-4F89-DA302DB265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E8312C7-9794-500B-3D58-4859DFF63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69CC-044C-4DD0-8F27-76AFD33054F6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CC359E0-39F0-D133-6C5F-9D531BCA5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6875507-3730-6AE8-2829-5B8A4DD8C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47D8C-0890-4630-9796-0044284844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3561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D83E71-2721-C951-C383-33A176C29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6D9B2EF-BFB6-5BA9-559B-806A4F898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69CC-044C-4DD0-8F27-76AFD33054F6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D244EEF-6780-93EF-ED69-19BF5251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9C49156-E1B4-E6F4-0305-240B92C39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47D8C-0890-4630-9796-0044284844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424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1D64465-EB31-89CB-D52A-9013E4C5F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69CC-044C-4DD0-8F27-76AFD33054F6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5709AAB-FB00-8CEF-5DAF-02B9EB203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98F607-BF77-25CA-D3EC-49E03E492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47D8C-0890-4630-9796-0044284844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3831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8E4C56-B4DF-D318-F526-50DB6E755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FFBFBB-49B1-57F1-15A5-AE0AA1F04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FB88EE9-19A3-8B60-1D48-FD01AFFB9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ECCC1AD-5690-12A4-5DF4-E140F2CC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69CC-044C-4DD0-8F27-76AFD33054F6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F095470-BA4A-D5B3-AA34-F424D7675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0D5C373-E94D-9A9E-5F58-707096C68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47D8C-0890-4630-9796-0044284844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400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85A927-2DE4-A079-5EDD-A610454B4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4AFAB89-EDBC-F7E5-F0E1-844A5AF769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F52D634-F051-12C1-17E3-6534B9DFF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F789E48-4CCB-8F70-FC01-D4221FFEC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69CC-044C-4DD0-8F27-76AFD33054F6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BFCA64A-EEA0-F980-1CF8-8287AB1F6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576E176-80D0-1B42-2832-F309D7FAF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47D8C-0890-4630-9796-0044284844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5955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1173D7-9D5F-96B3-A621-0FDBA4FC6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19563A0-981B-3A0F-1123-D2AD54759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B8BCCE-A03F-1545-7885-E4A5E1E5B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69CC-044C-4DD0-8F27-76AFD33054F6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F8AD6F-EE2B-98C0-67A2-721B5B101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AEB1C66-50E1-7312-1BF7-BDAF3DC39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47D8C-0890-4630-9796-0044284844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8259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BF6B7D9-5CF1-51F6-0771-CA5CFD44D3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A2555F9-53B6-6D6E-B491-411283D7AE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7A0D37D-95C9-EFEE-C083-B1F9ACB37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669CC-044C-4DD0-8F27-76AFD33054F6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57618F2-4B05-C59F-7A69-FC3322CA2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D14A98-2749-066D-A286-4BE8C56B6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47D8C-0890-4630-9796-0044284844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0676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C1D98E7-A1A9-AB99-C439-F94FA4EC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9D5DF1B-A3DF-A50B-7476-652FCD3A6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B02D74-D6A5-47AE-E614-D47D6B9CE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669CC-044C-4DD0-8F27-76AFD33054F6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1ACEB5-A32F-0DFB-0E55-18D2ABF061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C7F2C7-37C8-7DD1-9059-3F5BF75DD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47D8C-0890-4630-9796-00442848441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9898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D80E7A-D938-2D57-2AD7-7612C8EE8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對發票程式使用手冊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9729317-6F48-B119-58E2-436610A3ED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7136" y="4049510"/>
            <a:ext cx="3057728" cy="483579"/>
          </a:xfrm>
        </p:spPr>
        <p:txBody>
          <a:bodyPr/>
          <a:lstStyle/>
          <a:p>
            <a:r>
              <a: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製作人：戴永宸</a:t>
            </a:r>
          </a:p>
        </p:txBody>
      </p:sp>
    </p:spTree>
    <p:extLst>
      <p:ext uri="{BB962C8B-B14F-4D97-AF65-F5344CB8AC3E}">
        <p14:creationId xmlns:p14="http://schemas.microsoft.com/office/powerpoint/2010/main" val="4215039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C3E1E1-1353-E2D6-BBA3-A2451A469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4" y="34419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匯入模組</a:t>
            </a:r>
            <a:endParaRPr lang="zh-TW" altLang="en-US" sz="7200" dirty="0"/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3A988B2A-3842-27C7-435C-F498C4C34196}"/>
              </a:ext>
            </a:extLst>
          </p:cNvPr>
          <p:cNvSpPr>
            <a:spLocks noChangeAspect="1"/>
          </p:cNvSpPr>
          <p:nvPr/>
        </p:nvSpPr>
        <p:spPr>
          <a:xfrm>
            <a:off x="865886" y="1657924"/>
            <a:ext cx="1075549" cy="107554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04F994F-EE85-A44A-3570-B42DCE7AD665}"/>
              </a:ext>
            </a:extLst>
          </p:cNvPr>
          <p:cNvSpPr txBox="1"/>
          <p:nvPr/>
        </p:nvSpPr>
        <p:spPr>
          <a:xfrm>
            <a:off x="1066067" y="1593412"/>
            <a:ext cx="67518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6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66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24783BE-27FE-89DE-2BDE-D222CEFA7104}"/>
              </a:ext>
            </a:extLst>
          </p:cNvPr>
          <p:cNvSpPr txBox="1"/>
          <p:nvPr/>
        </p:nvSpPr>
        <p:spPr>
          <a:xfrm>
            <a:off x="2141616" y="1762689"/>
            <a:ext cx="457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Request </a:t>
            </a:r>
            <a:r>
              <a:rPr lang="zh-TW" altLang="en-US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模組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D320AC3-A79A-A8D2-03E1-62ECA55952CD}"/>
              </a:ext>
            </a:extLst>
          </p:cNvPr>
          <p:cNvSpPr/>
          <p:nvPr/>
        </p:nvSpPr>
        <p:spPr>
          <a:xfrm>
            <a:off x="2997867" y="2702363"/>
            <a:ext cx="6809361" cy="7694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C539EC6-DDF1-7DBF-BE58-011E479CC52A}"/>
              </a:ext>
            </a:extLst>
          </p:cNvPr>
          <p:cNvSpPr txBox="1"/>
          <p:nvPr/>
        </p:nvSpPr>
        <p:spPr>
          <a:xfrm>
            <a:off x="3173775" y="2690961"/>
            <a:ext cx="60943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000" b="0" i="0" dirty="0">
                <a:solidFill>
                  <a:schemeClr val="accent2"/>
                </a:solidFill>
                <a:effectLst/>
                <a:latin typeface="Menlo"/>
              </a:rPr>
              <a:t>pip</a:t>
            </a:r>
            <a:r>
              <a:rPr lang="en-US" altLang="zh-TW" sz="4000" b="0" i="0" dirty="0">
                <a:solidFill>
                  <a:srgbClr val="FFFFFF"/>
                </a:solidFill>
                <a:effectLst/>
                <a:latin typeface="Menlo"/>
              </a:rPr>
              <a:t> </a:t>
            </a:r>
            <a:r>
              <a:rPr lang="en-US" altLang="zh-TW" sz="4000" b="0" i="0" dirty="0">
                <a:solidFill>
                  <a:schemeClr val="accent6"/>
                </a:solidFill>
                <a:effectLst/>
                <a:latin typeface="Menlo"/>
              </a:rPr>
              <a:t>install</a:t>
            </a:r>
            <a:r>
              <a:rPr lang="en-US" altLang="zh-TW" sz="4000" b="0" i="0" dirty="0">
                <a:solidFill>
                  <a:srgbClr val="FFFFFF"/>
                </a:solidFill>
                <a:effectLst/>
                <a:latin typeface="Menlo"/>
              </a:rPr>
              <a:t> requests</a:t>
            </a:r>
            <a:endParaRPr lang="zh-TW" altLang="en-US" sz="4000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8BCA807A-38AB-947D-7BFB-8980FDBECD6C}"/>
              </a:ext>
            </a:extLst>
          </p:cNvPr>
          <p:cNvSpPr>
            <a:spLocks noChangeAspect="1"/>
          </p:cNvSpPr>
          <p:nvPr/>
        </p:nvSpPr>
        <p:spPr>
          <a:xfrm>
            <a:off x="838200" y="3466548"/>
            <a:ext cx="1075549" cy="107554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69F7366-0762-96BA-EAE2-35D864D471C0}"/>
              </a:ext>
            </a:extLst>
          </p:cNvPr>
          <p:cNvSpPr txBox="1"/>
          <p:nvPr/>
        </p:nvSpPr>
        <p:spPr>
          <a:xfrm>
            <a:off x="1066066" y="3450324"/>
            <a:ext cx="67518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6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zh-TW" altLang="en-US" sz="66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A90CFF0-1A8A-51E4-384D-8249FBDC3021}"/>
              </a:ext>
            </a:extLst>
          </p:cNvPr>
          <p:cNvSpPr txBox="1"/>
          <p:nvPr/>
        </p:nvSpPr>
        <p:spPr>
          <a:xfrm>
            <a:off x="2113930" y="3571313"/>
            <a:ext cx="457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Request </a:t>
            </a:r>
            <a:r>
              <a:rPr lang="zh-TW" altLang="en-US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模組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8DB9AA0E-55EC-C5A1-5F1D-96121CBAEFA9}"/>
              </a:ext>
            </a:extLst>
          </p:cNvPr>
          <p:cNvSpPr/>
          <p:nvPr/>
        </p:nvSpPr>
        <p:spPr>
          <a:xfrm>
            <a:off x="2968683" y="4449973"/>
            <a:ext cx="6809361" cy="149416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D244533-3221-1E64-27CD-18D17AC437D5}"/>
              </a:ext>
            </a:extLst>
          </p:cNvPr>
          <p:cNvSpPr txBox="1"/>
          <p:nvPr/>
        </p:nvSpPr>
        <p:spPr>
          <a:xfrm>
            <a:off x="3173775" y="4496396"/>
            <a:ext cx="60943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000" b="0" i="0" dirty="0">
                <a:solidFill>
                  <a:schemeClr val="accent2"/>
                </a:solidFill>
                <a:effectLst/>
                <a:latin typeface="Menlo"/>
              </a:rPr>
              <a:t>pip</a:t>
            </a:r>
            <a:r>
              <a:rPr lang="en-US" altLang="zh-TW" sz="4000" b="0" i="0" dirty="0">
                <a:solidFill>
                  <a:srgbClr val="FFFFFF"/>
                </a:solidFill>
                <a:effectLst/>
                <a:latin typeface="Menlo"/>
              </a:rPr>
              <a:t> </a:t>
            </a:r>
            <a:r>
              <a:rPr lang="en-US" altLang="zh-TW" sz="4000" b="0" i="0" dirty="0">
                <a:solidFill>
                  <a:schemeClr val="accent6"/>
                </a:solidFill>
                <a:effectLst/>
                <a:latin typeface="Menlo"/>
              </a:rPr>
              <a:t>install</a:t>
            </a:r>
            <a:r>
              <a:rPr lang="en-US" altLang="zh-TW" sz="4000" b="0" i="0" dirty="0">
                <a:solidFill>
                  <a:srgbClr val="FFFFFF"/>
                </a:solidFill>
                <a:effectLst/>
                <a:latin typeface="Menlo"/>
              </a:rPr>
              <a:t> </a:t>
            </a:r>
            <a:r>
              <a:rPr lang="en-US" altLang="zh-TW" sz="4000" b="0" i="0" dirty="0">
                <a:solidFill>
                  <a:schemeClr val="bg1"/>
                </a:solidFill>
                <a:effectLst/>
                <a:latin typeface="Menlo"/>
              </a:rPr>
              <a:t>beautifulsoup4</a:t>
            </a:r>
            <a:endParaRPr lang="zh-TW" altLang="en-US" sz="4000" dirty="0">
              <a:solidFill>
                <a:schemeClr val="bg1"/>
              </a:solidFill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CE8D59F-5586-6A97-F218-E6F6A1249903}"/>
              </a:ext>
            </a:extLst>
          </p:cNvPr>
          <p:cNvSpPr txBox="1"/>
          <p:nvPr/>
        </p:nvSpPr>
        <p:spPr>
          <a:xfrm>
            <a:off x="3173775" y="5095762"/>
            <a:ext cx="609437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000" b="0" i="0" dirty="0">
                <a:solidFill>
                  <a:schemeClr val="accent2"/>
                </a:solidFill>
                <a:effectLst/>
                <a:latin typeface="Menlo"/>
              </a:rPr>
              <a:t>pip</a:t>
            </a:r>
            <a:r>
              <a:rPr lang="en-US" altLang="zh-TW" sz="4000" b="0" i="0" dirty="0">
                <a:solidFill>
                  <a:srgbClr val="FFFFFF"/>
                </a:solidFill>
                <a:effectLst/>
                <a:latin typeface="Menlo"/>
              </a:rPr>
              <a:t> </a:t>
            </a:r>
            <a:r>
              <a:rPr lang="en-US" altLang="zh-TW" sz="4000" b="0" i="0" dirty="0">
                <a:solidFill>
                  <a:schemeClr val="accent6"/>
                </a:solidFill>
                <a:effectLst/>
                <a:latin typeface="Menlo"/>
              </a:rPr>
              <a:t>install</a:t>
            </a:r>
            <a:r>
              <a:rPr lang="en-US" altLang="zh-TW" sz="4000" b="0" i="0" dirty="0">
                <a:solidFill>
                  <a:srgbClr val="FFFFFF"/>
                </a:solidFill>
                <a:effectLst/>
                <a:latin typeface="Menlo"/>
              </a:rPr>
              <a:t> </a:t>
            </a:r>
            <a:r>
              <a:rPr lang="en-US" altLang="zh-TW" sz="4000" b="0" i="0" dirty="0" err="1">
                <a:solidFill>
                  <a:schemeClr val="bg1"/>
                </a:solidFill>
                <a:effectLst/>
                <a:latin typeface="Menlo"/>
              </a:rPr>
              <a:t>lxml</a:t>
            </a:r>
            <a:endParaRPr lang="zh-TW" alt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4984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EAD9A412-7210-0B2D-79E1-3200B3370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4" y="34419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匯入模組</a:t>
            </a:r>
            <a:endParaRPr lang="zh-TW" altLang="en-US" sz="7200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D0C051BC-C96A-AA16-E15A-6DB665DCBEED}"/>
              </a:ext>
            </a:extLst>
          </p:cNvPr>
          <p:cNvSpPr>
            <a:spLocks noChangeAspect="1"/>
          </p:cNvSpPr>
          <p:nvPr/>
        </p:nvSpPr>
        <p:spPr>
          <a:xfrm>
            <a:off x="895069" y="2718239"/>
            <a:ext cx="1075549" cy="107554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2401DE3-3248-291D-0C5E-5FA227077B66}"/>
              </a:ext>
            </a:extLst>
          </p:cNvPr>
          <p:cNvSpPr txBox="1"/>
          <p:nvPr/>
        </p:nvSpPr>
        <p:spPr>
          <a:xfrm>
            <a:off x="1095250" y="2653727"/>
            <a:ext cx="67518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6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zh-TW" altLang="en-US" sz="66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70BECEF-5DCB-9606-98BC-850DC31005AB}"/>
              </a:ext>
            </a:extLst>
          </p:cNvPr>
          <p:cNvSpPr txBox="1"/>
          <p:nvPr/>
        </p:nvSpPr>
        <p:spPr>
          <a:xfrm>
            <a:off x="2170799" y="2823004"/>
            <a:ext cx="457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Pygame</a:t>
            </a:r>
            <a:r>
              <a:rPr lang="en-US" altLang="zh-TW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模組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318728A2-235B-5533-3129-17B22A963A33}"/>
              </a:ext>
            </a:extLst>
          </p:cNvPr>
          <p:cNvSpPr/>
          <p:nvPr/>
        </p:nvSpPr>
        <p:spPr>
          <a:xfrm>
            <a:off x="3027050" y="3762678"/>
            <a:ext cx="6809361" cy="7694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B06E38F-04A3-3A04-1E3E-0511851D60BA}"/>
              </a:ext>
            </a:extLst>
          </p:cNvPr>
          <p:cNvSpPr txBox="1"/>
          <p:nvPr/>
        </p:nvSpPr>
        <p:spPr>
          <a:xfrm>
            <a:off x="3202958" y="3751276"/>
            <a:ext cx="67289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000" b="0" i="0" dirty="0">
                <a:solidFill>
                  <a:schemeClr val="bg1"/>
                </a:solidFill>
                <a:effectLst/>
                <a:latin typeface="Menlo"/>
              </a:rPr>
              <a:t>python</a:t>
            </a:r>
            <a:r>
              <a:rPr lang="en-US" altLang="zh-TW" sz="4000" b="0" i="0" dirty="0">
                <a:solidFill>
                  <a:srgbClr val="C7254E"/>
                </a:solidFill>
                <a:effectLst/>
                <a:latin typeface="Menlo"/>
              </a:rPr>
              <a:t> </a:t>
            </a:r>
            <a:r>
              <a:rPr lang="en-US" altLang="zh-TW" sz="4000" b="0" i="0" dirty="0">
                <a:solidFill>
                  <a:schemeClr val="accent2"/>
                </a:solidFill>
                <a:effectLst/>
                <a:latin typeface="Menlo"/>
              </a:rPr>
              <a:t>-m pip </a:t>
            </a:r>
            <a:r>
              <a:rPr lang="en-US" altLang="zh-TW" sz="4000" b="0" i="0" dirty="0">
                <a:solidFill>
                  <a:schemeClr val="accent6"/>
                </a:solidFill>
                <a:effectLst/>
                <a:latin typeface="Menlo"/>
              </a:rPr>
              <a:t>install</a:t>
            </a:r>
            <a:r>
              <a:rPr lang="en-US" altLang="zh-TW" sz="4000" b="0" i="0" dirty="0">
                <a:solidFill>
                  <a:srgbClr val="C7254E"/>
                </a:solidFill>
                <a:effectLst/>
                <a:latin typeface="Menlo"/>
              </a:rPr>
              <a:t> </a:t>
            </a:r>
            <a:r>
              <a:rPr lang="en-US" altLang="zh-TW" sz="4000" b="0" i="0" dirty="0" err="1">
                <a:solidFill>
                  <a:schemeClr val="bg1"/>
                </a:solidFill>
                <a:effectLst/>
                <a:latin typeface="Menlo"/>
              </a:rPr>
              <a:t>pygame</a:t>
            </a:r>
            <a:endParaRPr lang="zh-TW" alt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9359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AEC15090-A6AC-CC8A-66FC-B074E63F9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164" y="34419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執行程式</a:t>
            </a:r>
            <a:endParaRPr lang="zh-TW" altLang="en-US" sz="7200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61261D10-73A5-5777-4314-37525D4BA262}"/>
              </a:ext>
            </a:extLst>
          </p:cNvPr>
          <p:cNvSpPr>
            <a:spLocks noChangeAspect="1"/>
          </p:cNvSpPr>
          <p:nvPr/>
        </p:nvSpPr>
        <p:spPr>
          <a:xfrm>
            <a:off x="865886" y="1657924"/>
            <a:ext cx="1075549" cy="107554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F5B5DAB-8BDF-E403-C683-B06A2B3405C3}"/>
              </a:ext>
            </a:extLst>
          </p:cNvPr>
          <p:cNvSpPr txBox="1"/>
          <p:nvPr/>
        </p:nvSpPr>
        <p:spPr>
          <a:xfrm>
            <a:off x="1066067" y="1593412"/>
            <a:ext cx="67518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6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sz="66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CED3ED7-C95A-926B-57F2-1B01E2A82DF9}"/>
              </a:ext>
            </a:extLst>
          </p:cNvPr>
          <p:cNvSpPr txBox="1"/>
          <p:nvPr/>
        </p:nvSpPr>
        <p:spPr>
          <a:xfrm>
            <a:off x="2141616" y="1762689"/>
            <a:ext cx="457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cd </a:t>
            </a:r>
            <a:r>
              <a:rPr lang="zh-TW" altLang="en-US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到資料夾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01F396C4-E540-C17F-81DF-5737343C786A}"/>
              </a:ext>
            </a:extLst>
          </p:cNvPr>
          <p:cNvSpPr>
            <a:spLocks noChangeAspect="1"/>
          </p:cNvSpPr>
          <p:nvPr/>
        </p:nvSpPr>
        <p:spPr>
          <a:xfrm>
            <a:off x="865886" y="3173000"/>
            <a:ext cx="1075549" cy="107554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34FD956-DB11-D88D-32BA-574ADA287AC3}"/>
              </a:ext>
            </a:extLst>
          </p:cNvPr>
          <p:cNvSpPr txBox="1"/>
          <p:nvPr/>
        </p:nvSpPr>
        <p:spPr>
          <a:xfrm>
            <a:off x="1066067" y="3108488"/>
            <a:ext cx="67518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66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zh-TW" altLang="en-US" sz="66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B9AAAEF-B370-9ADC-B374-4F7A586801B5}"/>
              </a:ext>
            </a:extLst>
          </p:cNvPr>
          <p:cNvSpPr txBox="1"/>
          <p:nvPr/>
        </p:nvSpPr>
        <p:spPr>
          <a:xfrm>
            <a:off x="2141616" y="3277765"/>
            <a:ext cx="457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執行</a:t>
            </a:r>
            <a:r>
              <a:rPr lang="en-US" altLang="zh-TW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main.py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0D6E7B5-FB80-845F-CAB0-C79C2A60F572}"/>
              </a:ext>
            </a:extLst>
          </p:cNvPr>
          <p:cNvSpPr/>
          <p:nvPr/>
        </p:nvSpPr>
        <p:spPr>
          <a:xfrm>
            <a:off x="2579577" y="4521435"/>
            <a:ext cx="6809361" cy="76944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B0DA20E-C8B5-6FD0-976C-A099E84D838B}"/>
              </a:ext>
            </a:extLst>
          </p:cNvPr>
          <p:cNvSpPr txBox="1"/>
          <p:nvPr/>
        </p:nvSpPr>
        <p:spPr>
          <a:xfrm>
            <a:off x="2755485" y="4510033"/>
            <a:ext cx="67289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000" b="0" i="0" dirty="0">
                <a:solidFill>
                  <a:schemeClr val="accent2"/>
                </a:solidFill>
                <a:effectLst/>
                <a:latin typeface="Menlo"/>
              </a:rPr>
              <a:t>python</a:t>
            </a:r>
            <a:r>
              <a:rPr lang="en-US" altLang="zh-TW" sz="4000" b="0" i="0" dirty="0">
                <a:solidFill>
                  <a:srgbClr val="C7254E"/>
                </a:solidFill>
                <a:effectLst/>
                <a:latin typeface="Menlo"/>
              </a:rPr>
              <a:t> </a:t>
            </a:r>
            <a:r>
              <a:rPr lang="en-US" altLang="zh-TW" sz="4000" b="0" i="0" dirty="0">
                <a:solidFill>
                  <a:schemeClr val="bg1"/>
                </a:solidFill>
                <a:effectLst/>
                <a:latin typeface="Menlo"/>
              </a:rPr>
              <a:t>main.py</a:t>
            </a:r>
            <a:endParaRPr lang="zh-TW" alt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120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53</Words>
  <Application>Microsoft Office PowerPoint</Application>
  <PresentationFormat>寬螢幕</PresentationFormat>
  <Paragraphs>20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Menlo</vt:lpstr>
      <vt:lpstr>微軟正黑體</vt:lpstr>
      <vt:lpstr>Arial</vt:lpstr>
      <vt:lpstr>Calibri</vt:lpstr>
      <vt:lpstr>Calibri Light</vt:lpstr>
      <vt:lpstr>Office 佈景主題</vt:lpstr>
      <vt:lpstr>對發票程式使用手冊</vt:lpstr>
      <vt:lpstr>匯入模組</vt:lpstr>
      <vt:lpstr>匯入模組</vt:lpstr>
      <vt:lpstr>執行程式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對發票程式使用手冊</dc:title>
  <dc:creator>徐 聖凱</dc:creator>
  <cp:lastModifiedBy>永宸 戴</cp:lastModifiedBy>
  <cp:revision>3</cp:revision>
  <dcterms:created xsi:type="dcterms:W3CDTF">2022-12-22T09:15:21Z</dcterms:created>
  <dcterms:modified xsi:type="dcterms:W3CDTF">2026-07-12T09:54:15Z</dcterms:modified>
</cp:coreProperties>
</file>